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0058400" cy="155448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your calendar theme. The dashed blue boxes mark where Ekklesia writes the title, month, calendar grid, key and footer. Decorate around them, keep their names, and upload the .pptx to Ekklesia.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0058400" cy="1417320"/>
          </a:xfrm>
          <a:prstGeom prst="rect">
            <a:avLst/>
          </a:prstGeom>
          <a:solidFill>
            <a:srgbClr val="F3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eaf 1"/>
          <p:cNvSpPr/>
          <p:nvPr/>
        </p:nvSpPr>
        <p:spPr>
          <a:xfrm rot="1500000">
            <a:off x="8823960" y="137160"/>
            <a:ext cx="822960" cy="384048"/>
          </a:xfrm>
          <a:prstGeom prst="ellipse">
            <a:avLst/>
          </a:prstGeom>
          <a:solidFill>
            <a:srgbClr val="6F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Leaf 2"/>
          <p:cNvSpPr/>
          <p:nvPr/>
        </p:nvSpPr>
        <p:spPr>
          <a:xfrm rot="19800000">
            <a:off x="9189720" y="502920"/>
            <a:ext cx="640080" cy="292608"/>
          </a:xfrm>
          <a:prstGeom prst="ellipse">
            <a:avLst/>
          </a:prstGeom>
          <a:solidFill>
            <a:srgbClr val="B88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eaf 3"/>
          <p:cNvSpPr/>
          <p:nvPr/>
        </p:nvSpPr>
        <p:spPr>
          <a:xfrm rot="3600000">
            <a:off x="8503920" y="566928"/>
            <a:ext cx="548640" cy="256032"/>
          </a:xfrm>
          <a:prstGeom prst="ellipse">
            <a:avLst/>
          </a:prstGeom>
          <a:solidFill>
            <a:srgbClr val="B44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af 4"/>
          <p:cNvSpPr/>
          <p:nvPr/>
        </p:nvSpPr>
        <p:spPr>
          <a:xfrm rot="20400000">
            <a:off x="182880" y="14859000"/>
            <a:ext cx="822960" cy="384048"/>
          </a:xfrm>
          <a:prstGeom prst="ellipse">
            <a:avLst/>
          </a:prstGeom>
          <a:solidFill>
            <a:srgbClr val="357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eaf 5"/>
          <p:cNvSpPr/>
          <p:nvPr/>
        </p:nvSpPr>
        <p:spPr>
          <a:xfrm rot="2100000">
            <a:off x="685800" y="15041880"/>
            <a:ext cx="640080" cy="292608"/>
          </a:xfrm>
          <a:prstGeom prst="ellipse">
            <a:avLst/>
          </a:prstGeom>
          <a:solidFill>
            <a:srgbClr val="6F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LENDAR_TITLE"/>
          <p:cNvSpPr/>
          <p:nvPr/>
        </p:nvSpPr>
        <p:spPr>
          <a:xfrm>
            <a:off x="457200" y="274320"/>
            <a:ext cx="7680960" cy="658368"/>
          </a:xfrm>
          <a:prstGeom prst="rect">
            <a:avLst/>
          </a:prstGeom>
          <a:noFill/>
          <a:ln w="15875">
            <a:solidFill>
              <a:srgbClr val="1B7FB5"/>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7FB5"/>
                </a:solidFill>
              </a:rPr>
              <a:t>CALENDAR_TITLE</a:t>
            </a:r>
          </a:p>
          <a:p>
            <a:pPr algn="ctr"/>
            <a:r>
              <a:rPr sz="900">
                <a:solidFill>
                  <a:srgbClr val="1B7FB5"/>
                </a:solidFill>
              </a:rPr>
              <a:t>The calendar title is written here</a:t>
            </a:r>
          </a:p>
        </p:txBody>
      </p:sp>
      <p:sp>
        <p:nvSpPr>
          <p:cNvPr id="9" name="MONTH_HEADING"/>
          <p:cNvSpPr/>
          <p:nvPr/>
        </p:nvSpPr>
        <p:spPr>
          <a:xfrm>
            <a:off x="457200" y="978408"/>
            <a:ext cx="3017520" cy="384048"/>
          </a:xfrm>
          <a:prstGeom prst="rect">
            <a:avLst/>
          </a:prstGeom>
          <a:noFill/>
          <a:ln w="15875">
            <a:solidFill>
              <a:srgbClr val="1B7FB5"/>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7FB5"/>
                </a:solidFill>
              </a:rPr>
              <a:t>MONTH_HEADING</a:t>
            </a:r>
          </a:p>
          <a:p>
            <a:pPr algn="ctr"/>
            <a:r>
              <a:rPr sz="900">
                <a:solidFill>
                  <a:srgbClr val="1B7FB5"/>
                </a:solidFill>
              </a:rPr>
              <a:t>Month and year</a:t>
            </a:r>
          </a:p>
        </p:txBody>
      </p:sp>
      <p:sp>
        <p:nvSpPr>
          <p:cNvPr id="10" name="SUBTITLE"/>
          <p:cNvSpPr/>
          <p:nvPr/>
        </p:nvSpPr>
        <p:spPr>
          <a:xfrm>
            <a:off x="3611880" y="1005840"/>
            <a:ext cx="4892040" cy="329184"/>
          </a:xfrm>
          <a:prstGeom prst="rect">
            <a:avLst/>
          </a:prstGeom>
          <a:noFill/>
          <a:ln w="15875">
            <a:solidFill>
              <a:srgbClr val="1B7FB5"/>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7FB5"/>
                </a:solidFill>
              </a:rPr>
              <a:t>SUBTITLE</a:t>
            </a:r>
          </a:p>
          <a:p>
            <a:pPr algn="ctr"/>
            <a:r>
              <a:rPr sz="900">
                <a:solidFill>
                  <a:srgbClr val="1B7FB5"/>
                </a:solidFill>
              </a:rPr>
              <a:t>Optional line under the title</a:t>
            </a:r>
          </a:p>
        </p:txBody>
      </p:sp>
      <p:sp>
        <p:nvSpPr>
          <p:cNvPr id="11" name="CALENDAR_GRID"/>
          <p:cNvSpPr/>
          <p:nvPr/>
        </p:nvSpPr>
        <p:spPr>
          <a:xfrm>
            <a:off x="457200" y="1508760"/>
            <a:ext cx="9144000" cy="12801600"/>
          </a:xfrm>
          <a:prstGeom prst="rect">
            <a:avLst/>
          </a:prstGeom>
          <a:noFill/>
          <a:ln w="15875">
            <a:solidFill>
              <a:srgbClr val="1B7FB5"/>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7FB5"/>
                </a:solidFill>
              </a:rPr>
              <a:t>CALENDAR_GRID</a:t>
            </a:r>
          </a:p>
          <a:p>
            <a:pPr algn="ctr"/>
            <a:r>
              <a:rPr sz="900">
                <a:solidFill>
                  <a:srgbClr val="1B7FB5"/>
                </a:solidFill>
              </a:rPr>
              <a:t>Ekklesia draws the month here: seven days, four to six weeks. Busy weeks grow; keep this area plain.</a:t>
            </a:r>
          </a:p>
        </p:txBody>
      </p:sp>
      <p:sp>
        <p:nvSpPr>
          <p:cNvPr id="12" name="LEGEND"/>
          <p:cNvSpPr/>
          <p:nvPr/>
        </p:nvSpPr>
        <p:spPr>
          <a:xfrm>
            <a:off x="1554480" y="14401800"/>
            <a:ext cx="8046720" cy="274320"/>
          </a:xfrm>
          <a:prstGeom prst="rect">
            <a:avLst/>
          </a:prstGeom>
          <a:noFill/>
          <a:ln w="15875">
            <a:solidFill>
              <a:srgbClr val="1B7FB5"/>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7FB5"/>
                </a:solidFill>
              </a:rPr>
              <a:t>LEGEND</a:t>
            </a:r>
          </a:p>
          <a:p>
            <a:pPr algn="ctr"/>
            <a:r>
              <a:rPr sz="900">
                <a:solidFill>
                  <a:srgbClr val="1B7FB5"/>
                </a:solidFill>
              </a:rPr>
              <a:t>Member-type key (optional)</a:t>
            </a:r>
          </a:p>
        </p:txBody>
      </p:sp>
      <p:sp>
        <p:nvSpPr>
          <p:cNvPr id="13" name="FOOTER"/>
          <p:cNvSpPr/>
          <p:nvPr/>
        </p:nvSpPr>
        <p:spPr>
          <a:xfrm>
            <a:off x="1554480" y="15041880"/>
            <a:ext cx="8046720" cy="274320"/>
          </a:xfrm>
          <a:prstGeom prst="rect">
            <a:avLst/>
          </a:prstGeom>
          <a:noFill/>
          <a:ln w="15875">
            <a:solidFill>
              <a:srgbClr val="1B7FB5"/>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7FB5"/>
                </a:solidFill>
              </a:rPr>
              <a:t>FOOTER</a:t>
            </a:r>
          </a:p>
          <a:p>
            <a:pPr algn="ctr"/>
            <a:r>
              <a:rPr sz="900">
                <a:solidFill>
                  <a:srgbClr val="1B7FB5"/>
                </a:solidFill>
              </a:rPr>
              <a:t>Footer (optional)</a:t>
            </a:r>
          </a:p>
        </p:txBody>
      </p:sp>
      <p:sp>
        <p:nvSpPr>
          <p:cNvPr id="14" name="GUIDE safe margin"/>
          <p:cNvSpPr/>
          <p:nvPr/>
        </p:nvSpPr>
        <p:spPr>
          <a:xfrm>
            <a:off x="228600" y="228600"/>
            <a:ext cx="9601200" cy="15087600"/>
          </a:xfrm>
          <a:prstGeom prst="rect">
            <a:avLst/>
          </a:prstGeom>
          <a:noFill/>
          <a:ln w="9525">
            <a:solidFill>
              <a:srgbClr val="C03A2B"/>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UIDE instructions"/>
          <p:cNvSpPr txBox="1"/>
          <p:nvPr/>
        </p:nvSpPr>
        <p:spPr>
          <a:xfrm>
            <a:off x="10332720" y="182880"/>
            <a:ext cx="3291840" cy="15179040"/>
          </a:xfrm>
          <a:prstGeom prst="rect">
            <a:avLst/>
          </a:prstGeom>
          <a:noFill/>
        </p:spPr>
        <p:txBody>
          <a:bodyPr wrap="square">
            <a:spAutoFit/>
          </a:bodyPr>
          <a:lstStyle/>
          <a:p>
            <a:r>
              <a:rPr sz="1000" b="1">
                <a:solidFill>
                  <a:srgbClr val="1F3A2E"/>
                </a:solidFill>
              </a:rPr>
              <a:t>Ekklesia calendar theme — Tabloid portrait (11 × 17)</a:t>
            </a:r>
          </a:p>
          <a:p>
            <a:r>
              <a:rPr sz="1000">
                <a:solidFill>
                  <a:srgbClr val="1F3A2E"/>
                </a:solidFill>
              </a:rPr>
              <a:t>Decorate this slide: colours, a background picture, shapes, borders and seasonal artwork.</a:t>
            </a:r>
          </a:p>
          <a:p>
            <a:r>
              <a:rPr sz="1000">
                <a:solidFill>
                  <a:srgbClr val="1F3A2E"/>
                </a:solidFill>
              </a:rPr>
              <a:t>The dashed blue boxes are where Ekklesia writes. Move and resize them to suit your design, but keep their names (Home ▸ Arrange ▸ Selection Pane shows them). CALENDAR_TITLE, MONTH_HEADING and CALENDAR_GRID are required; SUBTITLE, LEGEND and FOOTER may be deleted.</a:t>
            </a:r>
          </a:p>
          <a:p>
            <a:r>
              <a:rPr sz="1000">
                <a:solidFill>
                  <a:srgbClr val="1F3A2E"/>
                </a:solidFill>
              </a:rPr>
              <a:t>Keep the calendar area plain or very light: names and dates are printed over it.</a:t>
            </a:r>
          </a:p>
          <a:p>
            <a:r>
              <a:rPr sz="1000">
                <a:solidFill>
                  <a:srgbClr val="1F3A2E"/>
                </a:solidFill>
              </a:rPr>
              <a:t>Keep important artwork inside the red dotted margin: most printers cannot print to the edge.</a:t>
            </a:r>
          </a:p>
          <a:p>
            <a:r>
              <a:rPr sz="1000">
                <a:solidFill>
                  <a:srgbClr val="1F3A2E"/>
                </a:solidFill>
              </a:rPr>
              <a:t>Use pictures (JPEG or PNG), rectangles, rounded rectangles, ovals and text boxes. Charts, SmartArt, video, gradients and effects are not used by Ekklesia and will be left out.</a:t>
            </a:r>
          </a:p>
          <a:p>
            <a:r>
              <a:rPr sz="1000">
                <a:solidFill>
                  <a:srgbClr val="1F3A2E"/>
                </a:solidFill>
              </a:rPr>
              <a:t>Do not change the slide size. Only slide 1 is used; slide 2 is an example.</a:t>
            </a:r>
          </a:p>
          <a:p>
            <a:r>
              <a:rPr sz="1000">
                <a:solidFill>
                  <a:srgbClr val="1F3A2E"/>
                </a:solidFill>
              </a:rPr>
              <a:t>Save as .pptx (not .pptm) and upload it in the Print studio under PowerPoint themes.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10058400" cy="1417320"/>
          </a:xfrm>
          <a:prstGeom prst="rect">
            <a:avLst/>
          </a:prstGeom>
          <a:solidFill>
            <a:srgbClr val="F3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eaf 1"/>
          <p:cNvSpPr/>
          <p:nvPr/>
        </p:nvSpPr>
        <p:spPr>
          <a:xfrm rot="1500000">
            <a:off x="8823960" y="137160"/>
            <a:ext cx="822960" cy="384048"/>
          </a:xfrm>
          <a:prstGeom prst="ellipse">
            <a:avLst/>
          </a:prstGeom>
          <a:solidFill>
            <a:srgbClr val="6F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Leaf 2"/>
          <p:cNvSpPr/>
          <p:nvPr/>
        </p:nvSpPr>
        <p:spPr>
          <a:xfrm rot="19800000">
            <a:off x="9189720" y="502920"/>
            <a:ext cx="640080" cy="292608"/>
          </a:xfrm>
          <a:prstGeom prst="ellipse">
            <a:avLst/>
          </a:prstGeom>
          <a:solidFill>
            <a:srgbClr val="B88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eaf 3"/>
          <p:cNvSpPr/>
          <p:nvPr/>
        </p:nvSpPr>
        <p:spPr>
          <a:xfrm rot="3600000">
            <a:off x="8503920" y="566928"/>
            <a:ext cx="548640" cy="256032"/>
          </a:xfrm>
          <a:prstGeom prst="ellipse">
            <a:avLst/>
          </a:prstGeom>
          <a:solidFill>
            <a:srgbClr val="B44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af 4"/>
          <p:cNvSpPr/>
          <p:nvPr/>
        </p:nvSpPr>
        <p:spPr>
          <a:xfrm rot="20400000">
            <a:off x="182880" y="14859000"/>
            <a:ext cx="822960" cy="384048"/>
          </a:xfrm>
          <a:prstGeom prst="ellipse">
            <a:avLst/>
          </a:prstGeom>
          <a:solidFill>
            <a:srgbClr val="357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eaf 5"/>
          <p:cNvSpPr/>
          <p:nvPr/>
        </p:nvSpPr>
        <p:spPr>
          <a:xfrm rot="2100000">
            <a:off x="685800" y="15041880"/>
            <a:ext cx="640080" cy="292608"/>
          </a:xfrm>
          <a:prstGeom prst="ellipse">
            <a:avLst/>
          </a:prstGeom>
          <a:solidFill>
            <a:srgbClr val="6F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xample title"/>
          <p:cNvSpPr txBox="1"/>
          <p:nvPr/>
        </p:nvSpPr>
        <p:spPr>
          <a:xfrm>
            <a:off x="457200" y="274320"/>
            <a:ext cx="7680960" cy="658368"/>
          </a:xfrm>
          <a:prstGeom prst="rect">
            <a:avLst/>
          </a:prstGeom>
          <a:noFill/>
        </p:spPr>
        <p:txBody>
          <a:bodyPr wrap="none">
            <a:spAutoFit/>
          </a:bodyPr>
          <a:lstStyle/>
          <a:p>
            <a:r>
              <a:rPr sz="3000" b="1">
                <a:solidFill>
                  <a:srgbClr val="1F3A2E"/>
                </a:solidFill>
              </a:rPr>
              <a:t>Birthdays</a:t>
            </a:r>
          </a:p>
        </p:txBody>
      </p:sp>
      <p:sp>
        <p:nvSpPr>
          <p:cNvPr id="9" name="Example month"/>
          <p:cNvSpPr txBox="1"/>
          <p:nvPr/>
        </p:nvSpPr>
        <p:spPr>
          <a:xfrm>
            <a:off x="457200" y="960120"/>
            <a:ext cx="3017520" cy="411480"/>
          </a:xfrm>
          <a:prstGeom prst="rect">
            <a:avLst/>
          </a:prstGeom>
          <a:noFill/>
        </p:spPr>
        <p:txBody>
          <a:bodyPr wrap="none">
            <a:spAutoFit/>
          </a:bodyPr>
          <a:lstStyle/>
          <a:p>
            <a:r>
              <a:rPr sz="1800"/>
              <a:t>September 2026</a:t>
            </a:r>
          </a:p>
        </p:txBody>
      </p:sp>
      <p:sp>
        <p:nvSpPr>
          <p:cNvPr id="10" name="Rectangle 9"/>
          <p:cNvSpPr/>
          <p:nvPr/>
        </p:nvSpPr>
        <p:spPr>
          <a:xfrm>
            <a:off x="457200" y="1508760"/>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a:t>
            </a:r>
          </a:p>
        </p:txBody>
      </p:sp>
      <p:sp>
        <p:nvSpPr>
          <p:cNvPr id="11" name="Rectangle 10"/>
          <p:cNvSpPr/>
          <p:nvPr/>
        </p:nvSpPr>
        <p:spPr>
          <a:xfrm>
            <a:off x="1763485" y="1508760"/>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a:t>
            </a:r>
          </a:p>
        </p:txBody>
      </p:sp>
      <p:sp>
        <p:nvSpPr>
          <p:cNvPr id="12" name="Rectangle 11"/>
          <p:cNvSpPr/>
          <p:nvPr/>
        </p:nvSpPr>
        <p:spPr>
          <a:xfrm>
            <a:off x="3069771" y="1508760"/>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3</a:t>
            </a:r>
          </a:p>
        </p:txBody>
      </p:sp>
      <p:sp>
        <p:nvSpPr>
          <p:cNvPr id="13" name="Rectangle 12"/>
          <p:cNvSpPr/>
          <p:nvPr/>
        </p:nvSpPr>
        <p:spPr>
          <a:xfrm>
            <a:off x="4376057" y="1508760"/>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4</a:t>
            </a:r>
          </a:p>
        </p:txBody>
      </p:sp>
      <p:sp>
        <p:nvSpPr>
          <p:cNvPr id="14" name="Rectangle 13"/>
          <p:cNvSpPr/>
          <p:nvPr/>
        </p:nvSpPr>
        <p:spPr>
          <a:xfrm>
            <a:off x="5682342" y="1508760"/>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5</a:t>
            </a:r>
          </a:p>
        </p:txBody>
      </p:sp>
      <p:sp>
        <p:nvSpPr>
          <p:cNvPr id="15" name="Rectangle 14"/>
          <p:cNvSpPr/>
          <p:nvPr/>
        </p:nvSpPr>
        <p:spPr>
          <a:xfrm>
            <a:off x="6988628" y="1508760"/>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6</a:t>
            </a:r>
          </a:p>
        </p:txBody>
      </p:sp>
      <p:sp>
        <p:nvSpPr>
          <p:cNvPr id="16" name="Rectangle 15"/>
          <p:cNvSpPr/>
          <p:nvPr/>
        </p:nvSpPr>
        <p:spPr>
          <a:xfrm>
            <a:off x="8294914" y="1508760"/>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7</a:t>
            </a:r>
          </a:p>
        </p:txBody>
      </p:sp>
      <p:sp>
        <p:nvSpPr>
          <p:cNvPr id="17" name="Rectangle 16"/>
          <p:cNvSpPr/>
          <p:nvPr/>
        </p:nvSpPr>
        <p:spPr>
          <a:xfrm>
            <a:off x="457200" y="4069079"/>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8</a:t>
            </a:r>
          </a:p>
        </p:txBody>
      </p:sp>
      <p:sp>
        <p:nvSpPr>
          <p:cNvPr id="18" name="Rectangle 17"/>
          <p:cNvSpPr/>
          <p:nvPr/>
        </p:nvSpPr>
        <p:spPr>
          <a:xfrm>
            <a:off x="1763485" y="4069079"/>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9</a:t>
            </a:r>
          </a:p>
        </p:txBody>
      </p:sp>
      <p:sp>
        <p:nvSpPr>
          <p:cNvPr id="19" name="Rectangle 18"/>
          <p:cNvSpPr/>
          <p:nvPr/>
        </p:nvSpPr>
        <p:spPr>
          <a:xfrm>
            <a:off x="3069771" y="4069079"/>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10</a:t>
            </a:r>
          </a:p>
        </p:txBody>
      </p:sp>
      <p:sp>
        <p:nvSpPr>
          <p:cNvPr id="20" name="Rectangle 19"/>
          <p:cNvSpPr/>
          <p:nvPr/>
        </p:nvSpPr>
        <p:spPr>
          <a:xfrm>
            <a:off x="4376057" y="4069079"/>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11</a:t>
            </a:r>
          </a:p>
        </p:txBody>
      </p:sp>
      <p:sp>
        <p:nvSpPr>
          <p:cNvPr id="21" name="Rectangle 20"/>
          <p:cNvSpPr/>
          <p:nvPr/>
        </p:nvSpPr>
        <p:spPr>
          <a:xfrm>
            <a:off x="5682342" y="4069079"/>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12</a:t>
            </a:r>
          </a:p>
        </p:txBody>
      </p:sp>
      <p:sp>
        <p:nvSpPr>
          <p:cNvPr id="22" name="Rectangle 21"/>
          <p:cNvSpPr/>
          <p:nvPr/>
        </p:nvSpPr>
        <p:spPr>
          <a:xfrm>
            <a:off x="6988628" y="4069079"/>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13</a:t>
            </a:r>
          </a:p>
        </p:txBody>
      </p:sp>
      <p:sp>
        <p:nvSpPr>
          <p:cNvPr id="23" name="Rectangle 22"/>
          <p:cNvSpPr/>
          <p:nvPr/>
        </p:nvSpPr>
        <p:spPr>
          <a:xfrm>
            <a:off x="8294914" y="4069079"/>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14</a:t>
            </a:r>
          </a:p>
        </p:txBody>
      </p:sp>
      <p:sp>
        <p:nvSpPr>
          <p:cNvPr id="24" name="Rectangle 23"/>
          <p:cNvSpPr/>
          <p:nvPr/>
        </p:nvSpPr>
        <p:spPr>
          <a:xfrm>
            <a:off x="457200" y="6629400"/>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15</a:t>
            </a:r>
          </a:p>
        </p:txBody>
      </p:sp>
      <p:sp>
        <p:nvSpPr>
          <p:cNvPr id="25" name="Rectangle 24"/>
          <p:cNvSpPr/>
          <p:nvPr/>
        </p:nvSpPr>
        <p:spPr>
          <a:xfrm>
            <a:off x="1763485" y="6629400"/>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16</a:t>
            </a:r>
          </a:p>
        </p:txBody>
      </p:sp>
      <p:sp>
        <p:nvSpPr>
          <p:cNvPr id="26" name="Rectangle 25"/>
          <p:cNvSpPr/>
          <p:nvPr/>
        </p:nvSpPr>
        <p:spPr>
          <a:xfrm>
            <a:off x="3069771" y="6629400"/>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17</a:t>
            </a:r>
          </a:p>
        </p:txBody>
      </p:sp>
      <p:sp>
        <p:nvSpPr>
          <p:cNvPr id="27" name="Rectangle 26"/>
          <p:cNvSpPr/>
          <p:nvPr/>
        </p:nvSpPr>
        <p:spPr>
          <a:xfrm>
            <a:off x="4376057" y="6629400"/>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18</a:t>
            </a:r>
          </a:p>
        </p:txBody>
      </p:sp>
      <p:sp>
        <p:nvSpPr>
          <p:cNvPr id="28" name="Rectangle 27"/>
          <p:cNvSpPr/>
          <p:nvPr/>
        </p:nvSpPr>
        <p:spPr>
          <a:xfrm>
            <a:off x="5682342" y="6629400"/>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19</a:t>
            </a:r>
          </a:p>
        </p:txBody>
      </p:sp>
      <p:sp>
        <p:nvSpPr>
          <p:cNvPr id="29" name="Rectangle 28"/>
          <p:cNvSpPr/>
          <p:nvPr/>
        </p:nvSpPr>
        <p:spPr>
          <a:xfrm>
            <a:off x="6988628" y="6629400"/>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20</a:t>
            </a:r>
          </a:p>
        </p:txBody>
      </p:sp>
      <p:sp>
        <p:nvSpPr>
          <p:cNvPr id="30" name="Rectangle 29"/>
          <p:cNvSpPr/>
          <p:nvPr/>
        </p:nvSpPr>
        <p:spPr>
          <a:xfrm>
            <a:off x="8294914" y="6629400"/>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21</a:t>
            </a:r>
          </a:p>
        </p:txBody>
      </p:sp>
      <p:sp>
        <p:nvSpPr>
          <p:cNvPr id="31" name="Rectangle 30"/>
          <p:cNvSpPr/>
          <p:nvPr/>
        </p:nvSpPr>
        <p:spPr>
          <a:xfrm>
            <a:off x="457200" y="9189720"/>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22</a:t>
            </a:r>
          </a:p>
        </p:txBody>
      </p:sp>
      <p:sp>
        <p:nvSpPr>
          <p:cNvPr id="32" name="Rectangle 31"/>
          <p:cNvSpPr/>
          <p:nvPr/>
        </p:nvSpPr>
        <p:spPr>
          <a:xfrm>
            <a:off x="1763485" y="9189720"/>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23</a:t>
            </a:r>
          </a:p>
        </p:txBody>
      </p:sp>
      <p:sp>
        <p:nvSpPr>
          <p:cNvPr id="33" name="Rectangle 32"/>
          <p:cNvSpPr/>
          <p:nvPr/>
        </p:nvSpPr>
        <p:spPr>
          <a:xfrm>
            <a:off x="3069771" y="9189720"/>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24</a:t>
            </a:r>
          </a:p>
        </p:txBody>
      </p:sp>
      <p:sp>
        <p:nvSpPr>
          <p:cNvPr id="34" name="Rectangle 33"/>
          <p:cNvSpPr/>
          <p:nvPr/>
        </p:nvSpPr>
        <p:spPr>
          <a:xfrm>
            <a:off x="4376057" y="9189720"/>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25</a:t>
            </a:r>
          </a:p>
        </p:txBody>
      </p:sp>
      <p:sp>
        <p:nvSpPr>
          <p:cNvPr id="35" name="Rectangle 34"/>
          <p:cNvSpPr/>
          <p:nvPr/>
        </p:nvSpPr>
        <p:spPr>
          <a:xfrm>
            <a:off x="5682342" y="9189720"/>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26</a:t>
            </a:r>
          </a:p>
        </p:txBody>
      </p:sp>
      <p:sp>
        <p:nvSpPr>
          <p:cNvPr id="36" name="Rectangle 35"/>
          <p:cNvSpPr/>
          <p:nvPr/>
        </p:nvSpPr>
        <p:spPr>
          <a:xfrm>
            <a:off x="6988628" y="9189720"/>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27</a:t>
            </a:r>
          </a:p>
        </p:txBody>
      </p:sp>
      <p:sp>
        <p:nvSpPr>
          <p:cNvPr id="37" name="Rectangle 36"/>
          <p:cNvSpPr/>
          <p:nvPr/>
        </p:nvSpPr>
        <p:spPr>
          <a:xfrm>
            <a:off x="8294914" y="9189720"/>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28</a:t>
            </a:r>
          </a:p>
        </p:txBody>
      </p:sp>
      <p:sp>
        <p:nvSpPr>
          <p:cNvPr id="38" name="Rectangle 37"/>
          <p:cNvSpPr/>
          <p:nvPr/>
        </p:nvSpPr>
        <p:spPr>
          <a:xfrm>
            <a:off x="457200" y="11750040"/>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29</a:t>
            </a:r>
          </a:p>
        </p:txBody>
      </p:sp>
      <p:sp>
        <p:nvSpPr>
          <p:cNvPr id="39" name="Rectangle 38"/>
          <p:cNvSpPr/>
          <p:nvPr/>
        </p:nvSpPr>
        <p:spPr>
          <a:xfrm>
            <a:off x="1763485" y="11750040"/>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30</a:t>
            </a:r>
          </a:p>
        </p:txBody>
      </p:sp>
      <p:sp>
        <p:nvSpPr>
          <p:cNvPr id="40" name="Rectangle 39"/>
          <p:cNvSpPr/>
          <p:nvPr/>
        </p:nvSpPr>
        <p:spPr>
          <a:xfrm>
            <a:off x="3069771" y="11750040"/>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41" name="Rectangle 40"/>
          <p:cNvSpPr/>
          <p:nvPr/>
        </p:nvSpPr>
        <p:spPr>
          <a:xfrm>
            <a:off x="4376057" y="11750040"/>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42" name="Rectangle 41"/>
          <p:cNvSpPr/>
          <p:nvPr/>
        </p:nvSpPr>
        <p:spPr>
          <a:xfrm>
            <a:off x="5682342" y="11750040"/>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43" name="Rectangle 42"/>
          <p:cNvSpPr/>
          <p:nvPr/>
        </p:nvSpPr>
        <p:spPr>
          <a:xfrm>
            <a:off x="6988628" y="11750040"/>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44" name="Rectangle 43"/>
          <p:cNvSpPr/>
          <p:nvPr/>
        </p:nvSpPr>
        <p:spPr>
          <a:xfrm>
            <a:off x="8294914" y="11750040"/>
            <a:ext cx="1306285" cy="256032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45" name="GUIDE instructions"/>
          <p:cNvSpPr txBox="1"/>
          <p:nvPr/>
        </p:nvSpPr>
        <p:spPr>
          <a:xfrm>
            <a:off x="457200" y="15087600"/>
            <a:ext cx="9144000" cy="365760"/>
          </a:xfrm>
          <a:prstGeom prst="rect">
            <a:avLst/>
          </a:prstGeom>
          <a:noFill/>
        </p:spPr>
        <p:txBody>
          <a:bodyPr wrap="square">
            <a:spAutoFit/>
          </a:bodyPr>
          <a:lstStyle/>
          <a:p>
            <a:r>
              <a:rPr sz="900" b="1">
                <a:solidFill>
                  <a:srgbClr val="1F3A2E"/>
                </a:solidFill>
              </a:rPr>
              <a:t>Example only — slide 2 is not imported. Ekklesia fills slide 1 with your real calendar.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Ekklesia calendar theme</dc:title>
  <dc:subject>Ekklesia calendar theme starter (Tabloid portrait (11 × 17))</dc:subject>
  <dc:creator>Ekklesia</dc:creator>
  <cp:keywords>ekklesia-theme; contract v1</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